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945" r:id="rId1"/>
  </p:sldMasterIdLst>
  <p:notesMasterIdLst>
    <p:notesMasterId r:id="rId5"/>
  </p:notesMasterIdLst>
  <p:handoutMasterIdLst>
    <p:handoutMasterId r:id="rId6"/>
  </p:handoutMasterIdLst>
  <p:sldIdLst>
    <p:sldId id="256" r:id="rId2"/>
    <p:sldId id="269" r:id="rId3"/>
    <p:sldId id="27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hGAdneU/JiodrV91VFEWaRP9i+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-996" y="-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24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23" Type="http://customschemas.google.com/relationships/presentationmetadata" Target="metadata"/><Relationship Id="rId4" Type="http://schemas.openxmlformats.org/officeDocument/2006/relationships/slide" Target="slides/slide3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E8FAE8E8-D805-C442-2E9C-712F7B1A3A8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FFD36133-C247-1127-51B4-879CC9F65E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FA085-388D-4E26-82BC-7AD8761CF3DF}" type="datetimeFigureOut">
              <a:rPr lang="en-US" smtClean="0"/>
              <a:pPr/>
              <a:t>10/3/2024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2E1025D-CB3B-5B50-07C8-742D090FE1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31DBF1D-ADD4-6121-434C-B09F5E5BD2E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50F23E-93F4-414E-A8AE-F6E6F45856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995187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14219949"/>
      </p:ext>
    </p:extLst>
  </p:cSld>
  <p:clrMap bg1="lt1" tx1="dk1" bg2="dk2" tx2="lt2" accent1="accent1" accent2="accent2" accent3="accent3" accent4="accent4" accent5="accent5" accent6="accent6" hlink="hlink" folHlink="folHlink"/>
  <p:hf hdr="0" ftr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A5AB81F6-36B7-1CB0-7C62-9B958E6B50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lang="en-US"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39E53F6-FA5A-A966-21C1-B0E5C2071A9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91664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1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="" xmlns:p14="http://schemas.microsoft.com/office/powerpoint/2010/main" val="2737804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47" r:id="rId2"/>
    <p:sldLayoutId id="2147483948" r:id="rId3"/>
    <p:sldLayoutId id="2147483949" r:id="rId4"/>
    <p:sldLayoutId id="2147483950" r:id="rId5"/>
    <p:sldLayoutId id="2147483951" r:id="rId6"/>
    <p:sldLayoutId id="2147483952" r:id="rId7"/>
    <p:sldLayoutId id="2147483953" r:id="rId8"/>
    <p:sldLayoutId id="2147483954" r:id="rId9"/>
    <p:sldLayoutId id="2147483955" r:id="rId10"/>
    <p:sldLayoutId id="2147483956" r:id="rId11"/>
    <p:sldLayoutId id="2147483957" r:id="rId12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"/>
          <p:cNvSpPr txBox="1"/>
          <p:nvPr/>
        </p:nvSpPr>
        <p:spPr>
          <a:xfrm>
            <a:off x="228600" y="1714320"/>
            <a:ext cx="8856000" cy="106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/>
            </a:r>
            <a:br>
              <a:rPr lang="en-US" sz="2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/>
            </a:r>
            <a:br>
              <a:rPr lang="en-US" sz="2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/>
            </a:r>
            <a:br>
              <a:rPr lang="en-US" sz="2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/>
            </a:r>
            <a:br>
              <a:rPr lang="en-US" sz="2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US" sz="2800" b="1" i="0" strike="noStrike" cap="none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B.Tech</a:t>
            </a:r>
            <a:r>
              <a:rPr lang="en-US" sz="2800" b="1" i="0" strike="noStrike" cap="none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800" b="1" i="0" strike="noStrike" cap="none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External </a:t>
            </a:r>
            <a:r>
              <a:rPr lang="en-US" sz="2800" b="1" i="0" strike="noStrike" cap="none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Project Evaluation </a:t>
            </a:r>
            <a:r>
              <a:rPr lang="en-US" sz="2800" b="1" i="0" strike="noStrike" cap="none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</a:t>
            </a:r>
            <a:r>
              <a:rPr lang="en-US" sz="2800" b="1" i="0" strike="noStrike" cap="none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VIIth</a:t>
            </a:r>
            <a:r>
              <a:rPr lang="en-US" sz="2800" b="1" i="0" strike="noStrike" cap="none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800" b="1" i="0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Sem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/>
            </a:r>
            <a:br>
              <a:rPr lang="en-US" sz="2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US" sz="2800" b="1" i="0" u="none" strike="noStrike" cap="none" dirty="0">
                <a:solidFill>
                  <a:srgbClr val="FF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Project </a:t>
            </a:r>
            <a:r>
              <a:rPr lang="en-US" sz="2800" b="1" i="0" u="none" strike="noStrike" cap="none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Title-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/>
            </a:r>
            <a:br>
              <a:rPr lang="en-US" sz="2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/>
            </a:r>
            <a:br>
              <a:rPr lang="en-US" sz="2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/>
            </a:r>
            <a:br>
              <a:rPr lang="en-US" sz="2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US" sz="2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 </a:t>
            </a:r>
            <a:endParaRPr sz="28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76" name="Google Shape;176;p1"/>
          <p:cNvSpPr/>
          <p:nvPr/>
        </p:nvSpPr>
        <p:spPr>
          <a:xfrm>
            <a:off x="642960" y="5357880"/>
            <a:ext cx="8077680" cy="109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</a:t>
            </a:r>
            <a:endParaRPr sz="2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SHARDA SCHOOL 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ENGINEERING AND TECHNOLOGY </a:t>
            </a:r>
            <a:endParaRPr sz="2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smtClean="0">
                <a:latin typeface="Times New Roman"/>
                <a:ea typeface="Times New Roman"/>
                <a:cs typeface="Times New Roman"/>
                <a:sym typeface="Times New Roman"/>
              </a:rPr>
              <a:t>November </a:t>
            </a:r>
            <a:r>
              <a:rPr lang="en-US" sz="22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2024</a:t>
            </a:r>
            <a:endParaRPr sz="2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"/>
          <p:cNvSpPr/>
          <p:nvPr/>
        </p:nvSpPr>
        <p:spPr>
          <a:xfrm>
            <a:off x="460079" y="3626820"/>
            <a:ext cx="5073080" cy="173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b="1" i="0" u="none" strike="noStrike" cap="none" dirty="0" smtClean="0">
              <a:solidFill>
                <a:schemeClr val="tx1"/>
              </a:solidFill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smtClean="0">
                <a:solidFill>
                  <a:schemeClr val="tx1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Presented </a:t>
            </a:r>
            <a:r>
              <a:rPr lang="en-US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by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Delwende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 Pierre </a:t>
            </a:r>
            <a:r>
              <a:rPr lang="en-US" sz="16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Wilfried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Nacoulma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 </a:t>
            </a:r>
            <a:r>
              <a:rPr lang="en-US" sz="1600" b="0" i="0" u="none" strike="noStrike" cap="none" dirty="0" smtClean="0">
                <a:solidFill>
                  <a:schemeClr val="tx1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,2019006106</a:t>
            </a:r>
            <a:endParaRPr lang="en-US" sz="16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Georgia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eorgia"/>
              </a:rPr>
              <a:t>Nikita Rai, 2019000843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78" name="Google Shape;178;p1"/>
          <p:cNvSpPr/>
          <p:nvPr/>
        </p:nvSpPr>
        <p:spPr>
          <a:xfrm>
            <a:off x="5503178" y="3786120"/>
            <a:ext cx="2926222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Supervision of:-</a:t>
            </a:r>
            <a:endParaRPr sz="1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"/>
          <p:cNvSpPr/>
          <p:nvPr/>
        </p:nvSpPr>
        <p:spPr>
          <a:xfrm>
            <a:off x="5821673" y="4174114"/>
            <a:ext cx="2994480" cy="539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IN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PT Sans"/>
              </a:rPr>
              <a:t>Dr. Kanika Singla,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PT Sans"/>
              </a:rPr>
              <a:t>Assistant Professor, CSE</a:t>
            </a:r>
            <a:endParaRPr lang="en-US" sz="16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80" name="Google Shape;180;p1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1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2" name="Google Shape;182;p1"/>
          <p:cNvPicPr preferRelativeResize="0"/>
          <p:nvPr/>
        </p:nvPicPr>
        <p:blipFill rotWithShape="1">
          <a:blip r:embed="rId3">
            <a:alphaModFix/>
          </a:blip>
          <a:srcRect l="35533"/>
          <a:stretch/>
        </p:blipFill>
        <p:spPr>
          <a:xfrm>
            <a:off x="2661312" y="0"/>
            <a:ext cx="3935829" cy="1714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from guide for the evaluation</a:t>
            </a:r>
          </a:p>
        </p:txBody>
      </p:sp>
    </p:spTree>
    <p:extLst>
      <p:ext uri="{BB962C8B-B14F-4D97-AF65-F5344CB8AC3E}">
        <p14:creationId xmlns="" xmlns:p14="http://schemas.microsoft.com/office/powerpoint/2010/main" val="1686196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Contents of the Presentation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marL="457200" indent="-457200" fontAlgn="t">
              <a:buFont typeface="Wingdings" panose="05000000000000000000" pitchFamily="2" charset="2"/>
              <a:buChar char="v"/>
            </a:pPr>
            <a:endParaRPr lang="en-US" sz="2400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fontAlgn="t">
              <a:buFont typeface="Wingdings" panose="05000000000000000000" pitchFamily="2" charset="2"/>
              <a:buChar char="v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Introduction to the project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fontAlgn="t">
              <a:buFont typeface="Wingdings" panose="05000000000000000000" pitchFamily="2" charset="2"/>
              <a:buChar char="v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Motivation for the project</a:t>
            </a:r>
          </a:p>
          <a:p>
            <a:pPr marL="457200" indent="-457200" fontAlgn="t">
              <a:buFont typeface="Wingdings" panose="05000000000000000000" pitchFamily="2" charset="2"/>
              <a:buChar char="v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Statements/Objectives of the Project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fontAlgn="t">
              <a:buFont typeface="Wingdings" panose="05000000000000000000" pitchFamily="2" charset="2"/>
              <a:buChar char="v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57200" indent="-457200" fontAlgn="t">
              <a:buFont typeface="Wingdings" panose="05000000000000000000" pitchFamily="2" charset="2"/>
              <a:buChar char="v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Meeting details</a:t>
            </a:r>
          </a:p>
          <a:p>
            <a:pPr marL="457200" indent="-457200" fontAlgn="t">
              <a:buFont typeface="Wingdings" panose="05000000000000000000" pitchFamily="2" charset="2"/>
              <a:buChar char="v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Workload distribution/ Team Work</a:t>
            </a:r>
          </a:p>
          <a:p>
            <a:pPr marL="457200" indent="-457200" fontAlgn="t">
              <a:buFont typeface="Wingdings" panose="05000000000000000000" pitchFamily="2" charset="2"/>
              <a:buChar char="v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</a:p>
          <a:p>
            <a:pPr marL="457200" indent="-457200" fontAlgn="t">
              <a:buFont typeface="Wingdings" panose="05000000000000000000" pitchFamily="2" charset="2"/>
              <a:buChar char="v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 used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fontAlgn="t">
              <a:buFont typeface="Wingdings" panose="05000000000000000000" pitchFamily="2" charset="2"/>
              <a:buChar char="v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Solution Approach</a:t>
            </a:r>
          </a:p>
          <a:p>
            <a:pPr marL="457200" indent="-457200" fontAlgn="t"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and framework</a:t>
            </a:r>
          </a:p>
          <a:p>
            <a:pPr marL="457200" indent="-457200" fontAlgn="t">
              <a:buFont typeface="Wingdings" panose="05000000000000000000" pitchFamily="2" charset="2"/>
              <a:buChar char="v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Outcome Produced</a:t>
            </a:r>
          </a:p>
          <a:p>
            <a:pPr marL="457200" indent="-457200" fontAlgn="t">
              <a:buFont typeface="Wingdings" panose="05000000000000000000" pitchFamily="2" charset="2"/>
              <a:buChar char="v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of the Outcome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472</TotalTime>
  <Words>90</Words>
  <Application>Microsoft Office PowerPoint</Application>
  <PresentationFormat>On-screen Show (4:3)</PresentationFormat>
  <Paragraphs>30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Slide 1</vt:lpstr>
      <vt:lpstr>Approval from guide for the evaluation</vt:lpstr>
      <vt:lpstr>Contents of the Presentation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pooja</dc:creator>
  <cp:lastModifiedBy>DELL</cp:lastModifiedBy>
  <cp:revision>64</cp:revision>
  <dcterms:created xsi:type="dcterms:W3CDTF">2019-03-30T06:52:13Z</dcterms:created>
  <dcterms:modified xsi:type="dcterms:W3CDTF">2024-10-03T10:12:50Z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21</vt:i4>
  </property>
</Properties>
</file>